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1" r:id="rId1"/>
  </p:sldMasterIdLst>
  <p:notesMasterIdLst>
    <p:notesMasterId r:id="rId3"/>
  </p:notesMasterIdLst>
  <p:sldIdLst>
    <p:sldId id="256" r:id="rId2"/>
  </p:sldIdLst>
  <p:sldSz cx="12239625" cy="7920038"/>
  <p:notesSz cx="1828800" cy="3200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72C4"/>
    <a:srgbClr val="002774"/>
    <a:srgbClr val="C7D5ED"/>
    <a:srgbClr val="838E9B"/>
    <a:srgbClr val="FFFFFF"/>
    <a:srgbClr val="F6F8FC"/>
    <a:srgbClr val="ABC0E4"/>
    <a:srgbClr val="385723"/>
    <a:srgbClr val="FBFE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75" autoAdjust="0"/>
    <p:restoredTop sz="94660"/>
  </p:normalViewPr>
  <p:slideViewPr>
    <p:cSldViewPr snapToGrid="0">
      <p:cViewPr>
        <p:scale>
          <a:sx n="66" d="100"/>
          <a:sy n="66" d="100"/>
        </p:scale>
        <p:origin x="3642" y="17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44575" y="1143000"/>
            <a:ext cx="47688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665372" rtl="0" eaLnBrk="1" latinLnBrk="0" hangingPunct="1">
      <a:defRPr sz="4810" kern="1200">
        <a:solidFill>
          <a:schemeClr val="tx1"/>
        </a:solidFill>
        <a:latin typeface="+mn-lt"/>
        <a:ea typeface="+mn-ea"/>
        <a:cs typeface="+mn-cs"/>
      </a:defRPr>
    </a:lvl1pPr>
    <a:lvl2pPr marL="1832686" algn="l" defTabSz="3665372" rtl="0" eaLnBrk="1" latinLnBrk="0" hangingPunct="1">
      <a:defRPr sz="4810" kern="1200">
        <a:solidFill>
          <a:schemeClr val="tx1"/>
        </a:solidFill>
        <a:latin typeface="+mn-lt"/>
        <a:ea typeface="+mn-ea"/>
        <a:cs typeface="+mn-cs"/>
      </a:defRPr>
    </a:lvl2pPr>
    <a:lvl3pPr marL="3665372" algn="l" defTabSz="3665372" rtl="0" eaLnBrk="1" latinLnBrk="0" hangingPunct="1">
      <a:defRPr sz="4810" kern="1200">
        <a:solidFill>
          <a:schemeClr val="tx1"/>
        </a:solidFill>
        <a:latin typeface="+mn-lt"/>
        <a:ea typeface="+mn-ea"/>
        <a:cs typeface="+mn-cs"/>
      </a:defRPr>
    </a:lvl3pPr>
    <a:lvl4pPr marL="5498059" algn="l" defTabSz="3665372" rtl="0" eaLnBrk="1" latinLnBrk="0" hangingPunct="1">
      <a:defRPr sz="4810" kern="1200">
        <a:solidFill>
          <a:schemeClr val="tx1"/>
        </a:solidFill>
        <a:latin typeface="+mn-lt"/>
        <a:ea typeface="+mn-ea"/>
        <a:cs typeface="+mn-cs"/>
      </a:defRPr>
    </a:lvl4pPr>
    <a:lvl5pPr marL="7330745" algn="l" defTabSz="3665372" rtl="0" eaLnBrk="1" latinLnBrk="0" hangingPunct="1">
      <a:defRPr sz="4810" kern="1200">
        <a:solidFill>
          <a:schemeClr val="tx1"/>
        </a:solidFill>
        <a:latin typeface="+mn-lt"/>
        <a:ea typeface="+mn-ea"/>
        <a:cs typeface="+mn-cs"/>
      </a:defRPr>
    </a:lvl5pPr>
    <a:lvl6pPr marL="9163431" algn="l" defTabSz="3665372" rtl="0" eaLnBrk="1" latinLnBrk="0" hangingPunct="1">
      <a:defRPr sz="4810" kern="1200">
        <a:solidFill>
          <a:schemeClr val="tx1"/>
        </a:solidFill>
        <a:latin typeface="+mn-lt"/>
        <a:ea typeface="+mn-ea"/>
        <a:cs typeface="+mn-cs"/>
      </a:defRPr>
    </a:lvl6pPr>
    <a:lvl7pPr marL="10996117" algn="l" defTabSz="3665372" rtl="0" eaLnBrk="1" latinLnBrk="0" hangingPunct="1">
      <a:defRPr sz="4810" kern="1200">
        <a:solidFill>
          <a:schemeClr val="tx1"/>
        </a:solidFill>
        <a:latin typeface="+mn-lt"/>
        <a:ea typeface="+mn-ea"/>
        <a:cs typeface="+mn-cs"/>
      </a:defRPr>
    </a:lvl7pPr>
    <a:lvl8pPr marL="12828803" algn="l" defTabSz="3665372" rtl="0" eaLnBrk="1" latinLnBrk="0" hangingPunct="1">
      <a:defRPr sz="4810" kern="1200">
        <a:solidFill>
          <a:schemeClr val="tx1"/>
        </a:solidFill>
        <a:latin typeface="+mn-lt"/>
        <a:ea typeface="+mn-ea"/>
        <a:cs typeface="+mn-cs"/>
      </a:defRPr>
    </a:lvl8pPr>
    <a:lvl9pPr marL="14661490" algn="l" defTabSz="3665372" rtl="0" eaLnBrk="1" latinLnBrk="0" hangingPunct="1">
      <a:defRPr sz="481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44575" y="1143000"/>
            <a:ext cx="476885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7972" y="1296173"/>
            <a:ext cx="10403681" cy="2757347"/>
          </a:xfrm>
        </p:spPr>
        <p:txBody>
          <a:bodyPr anchor="b"/>
          <a:lstStyle>
            <a:lvl1pPr algn="ctr">
              <a:defRPr sz="692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9953" y="4159854"/>
            <a:ext cx="9179719" cy="1912175"/>
          </a:xfrm>
        </p:spPr>
        <p:txBody>
          <a:bodyPr/>
          <a:lstStyle>
            <a:lvl1pPr marL="0" indent="0" algn="ctr">
              <a:buNone/>
              <a:defRPr sz="2772"/>
            </a:lvl1pPr>
            <a:lvl2pPr marL="528020" indent="0" algn="ctr">
              <a:buNone/>
              <a:defRPr sz="2310"/>
            </a:lvl2pPr>
            <a:lvl3pPr marL="1056041" indent="0" algn="ctr">
              <a:buNone/>
              <a:defRPr sz="2079"/>
            </a:lvl3pPr>
            <a:lvl4pPr marL="1584061" indent="0" algn="ctr">
              <a:buNone/>
              <a:defRPr sz="1848"/>
            </a:lvl4pPr>
            <a:lvl5pPr marL="2112081" indent="0" algn="ctr">
              <a:buNone/>
              <a:defRPr sz="1848"/>
            </a:lvl5pPr>
            <a:lvl6pPr marL="2640101" indent="0" algn="ctr">
              <a:buNone/>
              <a:defRPr sz="1848"/>
            </a:lvl6pPr>
            <a:lvl7pPr marL="3168122" indent="0" algn="ctr">
              <a:buNone/>
              <a:defRPr sz="1848"/>
            </a:lvl7pPr>
            <a:lvl8pPr marL="3696142" indent="0" algn="ctr">
              <a:buNone/>
              <a:defRPr sz="1848"/>
            </a:lvl8pPr>
            <a:lvl9pPr marL="4224162" indent="0" algn="ctr">
              <a:buNone/>
              <a:defRPr sz="1848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060301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407280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5100" y="1974512"/>
            <a:ext cx="10556677" cy="3294515"/>
          </a:xfrm>
        </p:spPr>
        <p:txBody>
          <a:bodyPr anchor="b"/>
          <a:lstStyle>
            <a:lvl1pPr>
              <a:defRPr sz="692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5100" y="5300194"/>
            <a:ext cx="10556677" cy="1732508"/>
          </a:xfrm>
        </p:spPr>
        <p:txBody>
          <a:bodyPr/>
          <a:lstStyle>
            <a:lvl1pPr marL="0" indent="0">
              <a:buNone/>
              <a:defRPr sz="2772">
                <a:solidFill>
                  <a:schemeClr val="tx1"/>
                </a:solidFill>
              </a:defRPr>
            </a:lvl1pPr>
            <a:lvl2pPr marL="528020" indent="0">
              <a:buNone/>
              <a:defRPr sz="2310">
                <a:solidFill>
                  <a:schemeClr val="tx1">
                    <a:tint val="75000"/>
                  </a:schemeClr>
                </a:solidFill>
              </a:defRPr>
            </a:lvl2pPr>
            <a:lvl3pPr marL="1056041" indent="0">
              <a:buNone/>
              <a:defRPr sz="2079">
                <a:solidFill>
                  <a:schemeClr val="tx1">
                    <a:tint val="75000"/>
                  </a:schemeClr>
                </a:solidFill>
              </a:defRPr>
            </a:lvl3pPr>
            <a:lvl4pPr marL="1584061" indent="0">
              <a:buNone/>
              <a:defRPr sz="1848">
                <a:solidFill>
                  <a:schemeClr val="tx1">
                    <a:tint val="75000"/>
                  </a:schemeClr>
                </a:solidFill>
              </a:defRPr>
            </a:lvl4pPr>
            <a:lvl5pPr marL="2112081" indent="0">
              <a:buNone/>
              <a:defRPr sz="1848">
                <a:solidFill>
                  <a:schemeClr val="tx1">
                    <a:tint val="75000"/>
                  </a:schemeClr>
                </a:solidFill>
              </a:defRPr>
            </a:lvl5pPr>
            <a:lvl6pPr marL="2640101" indent="0">
              <a:buNone/>
              <a:defRPr sz="1848">
                <a:solidFill>
                  <a:schemeClr val="tx1">
                    <a:tint val="75000"/>
                  </a:schemeClr>
                </a:solidFill>
              </a:defRPr>
            </a:lvl6pPr>
            <a:lvl7pPr marL="3168122" indent="0">
              <a:buNone/>
              <a:defRPr sz="1848">
                <a:solidFill>
                  <a:schemeClr val="tx1">
                    <a:tint val="75000"/>
                  </a:schemeClr>
                </a:solidFill>
              </a:defRPr>
            </a:lvl7pPr>
            <a:lvl8pPr marL="3696142" indent="0">
              <a:buNone/>
              <a:defRPr sz="1848">
                <a:solidFill>
                  <a:schemeClr val="tx1">
                    <a:tint val="75000"/>
                  </a:schemeClr>
                </a:solidFill>
              </a:defRPr>
            </a:lvl8pPr>
            <a:lvl9pPr marL="4224162" indent="0">
              <a:buNone/>
              <a:defRPr sz="184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744962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1474" y="2108344"/>
            <a:ext cx="5201841" cy="50251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6310" y="2108344"/>
            <a:ext cx="5201841" cy="50251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227553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068" y="421671"/>
            <a:ext cx="10556677" cy="153084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3070" y="1941510"/>
            <a:ext cx="5177934" cy="951504"/>
          </a:xfrm>
        </p:spPr>
        <p:txBody>
          <a:bodyPr anchor="b"/>
          <a:lstStyle>
            <a:lvl1pPr marL="0" indent="0">
              <a:buNone/>
              <a:defRPr sz="2772" b="1"/>
            </a:lvl1pPr>
            <a:lvl2pPr marL="528020" indent="0">
              <a:buNone/>
              <a:defRPr sz="2310" b="1"/>
            </a:lvl2pPr>
            <a:lvl3pPr marL="1056041" indent="0">
              <a:buNone/>
              <a:defRPr sz="2079" b="1"/>
            </a:lvl3pPr>
            <a:lvl4pPr marL="1584061" indent="0">
              <a:buNone/>
              <a:defRPr sz="1848" b="1"/>
            </a:lvl4pPr>
            <a:lvl5pPr marL="2112081" indent="0">
              <a:buNone/>
              <a:defRPr sz="1848" b="1"/>
            </a:lvl5pPr>
            <a:lvl6pPr marL="2640101" indent="0">
              <a:buNone/>
              <a:defRPr sz="1848" b="1"/>
            </a:lvl6pPr>
            <a:lvl7pPr marL="3168122" indent="0">
              <a:buNone/>
              <a:defRPr sz="1848" b="1"/>
            </a:lvl7pPr>
            <a:lvl8pPr marL="3696142" indent="0">
              <a:buNone/>
              <a:defRPr sz="1848" b="1"/>
            </a:lvl8pPr>
            <a:lvl9pPr marL="4224162" indent="0">
              <a:buNone/>
              <a:defRPr sz="184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3070" y="2893014"/>
            <a:ext cx="5177934" cy="4255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6311" y="1941510"/>
            <a:ext cx="5203435" cy="951504"/>
          </a:xfrm>
        </p:spPr>
        <p:txBody>
          <a:bodyPr anchor="b"/>
          <a:lstStyle>
            <a:lvl1pPr marL="0" indent="0">
              <a:buNone/>
              <a:defRPr sz="2772" b="1"/>
            </a:lvl1pPr>
            <a:lvl2pPr marL="528020" indent="0">
              <a:buNone/>
              <a:defRPr sz="2310" b="1"/>
            </a:lvl2pPr>
            <a:lvl3pPr marL="1056041" indent="0">
              <a:buNone/>
              <a:defRPr sz="2079" b="1"/>
            </a:lvl3pPr>
            <a:lvl4pPr marL="1584061" indent="0">
              <a:buNone/>
              <a:defRPr sz="1848" b="1"/>
            </a:lvl4pPr>
            <a:lvl5pPr marL="2112081" indent="0">
              <a:buNone/>
              <a:defRPr sz="1848" b="1"/>
            </a:lvl5pPr>
            <a:lvl6pPr marL="2640101" indent="0">
              <a:buNone/>
              <a:defRPr sz="1848" b="1"/>
            </a:lvl6pPr>
            <a:lvl7pPr marL="3168122" indent="0">
              <a:buNone/>
              <a:defRPr sz="1848" b="1"/>
            </a:lvl7pPr>
            <a:lvl8pPr marL="3696142" indent="0">
              <a:buNone/>
              <a:defRPr sz="1848" b="1"/>
            </a:lvl8pPr>
            <a:lvl9pPr marL="4224162" indent="0">
              <a:buNone/>
              <a:defRPr sz="184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6311" y="2893014"/>
            <a:ext cx="5203435" cy="4255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644906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874007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134771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068" y="528002"/>
            <a:ext cx="3947598" cy="1848009"/>
          </a:xfrm>
        </p:spPr>
        <p:txBody>
          <a:bodyPr anchor="b"/>
          <a:lstStyle>
            <a:lvl1pPr>
              <a:defRPr sz="369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03435" y="1140341"/>
            <a:ext cx="6196310" cy="5628360"/>
          </a:xfrm>
        </p:spPr>
        <p:txBody>
          <a:bodyPr/>
          <a:lstStyle>
            <a:lvl1pPr>
              <a:defRPr sz="3696"/>
            </a:lvl1pPr>
            <a:lvl2pPr>
              <a:defRPr sz="3234"/>
            </a:lvl2pPr>
            <a:lvl3pPr>
              <a:defRPr sz="2772"/>
            </a:lvl3pPr>
            <a:lvl4pPr>
              <a:defRPr sz="2310"/>
            </a:lvl4pPr>
            <a:lvl5pPr>
              <a:defRPr sz="2310"/>
            </a:lvl5pPr>
            <a:lvl6pPr>
              <a:defRPr sz="2310"/>
            </a:lvl6pPr>
            <a:lvl7pPr>
              <a:defRPr sz="2310"/>
            </a:lvl7pPr>
            <a:lvl8pPr>
              <a:defRPr sz="2310"/>
            </a:lvl8pPr>
            <a:lvl9pPr>
              <a:defRPr sz="231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3068" y="2376011"/>
            <a:ext cx="3947598" cy="4401855"/>
          </a:xfrm>
        </p:spPr>
        <p:txBody>
          <a:bodyPr/>
          <a:lstStyle>
            <a:lvl1pPr marL="0" indent="0">
              <a:buNone/>
              <a:defRPr sz="1848"/>
            </a:lvl1pPr>
            <a:lvl2pPr marL="528020" indent="0">
              <a:buNone/>
              <a:defRPr sz="1617"/>
            </a:lvl2pPr>
            <a:lvl3pPr marL="1056041" indent="0">
              <a:buNone/>
              <a:defRPr sz="1386"/>
            </a:lvl3pPr>
            <a:lvl4pPr marL="1584061" indent="0">
              <a:buNone/>
              <a:defRPr sz="1155"/>
            </a:lvl4pPr>
            <a:lvl5pPr marL="2112081" indent="0">
              <a:buNone/>
              <a:defRPr sz="1155"/>
            </a:lvl5pPr>
            <a:lvl6pPr marL="2640101" indent="0">
              <a:buNone/>
              <a:defRPr sz="1155"/>
            </a:lvl6pPr>
            <a:lvl7pPr marL="3168122" indent="0">
              <a:buNone/>
              <a:defRPr sz="1155"/>
            </a:lvl7pPr>
            <a:lvl8pPr marL="3696142" indent="0">
              <a:buNone/>
              <a:defRPr sz="1155"/>
            </a:lvl8pPr>
            <a:lvl9pPr marL="4224162" indent="0">
              <a:buNone/>
              <a:defRPr sz="115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148893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068" y="528002"/>
            <a:ext cx="3947598" cy="1848009"/>
          </a:xfrm>
        </p:spPr>
        <p:txBody>
          <a:bodyPr anchor="b"/>
          <a:lstStyle>
            <a:lvl1pPr>
              <a:defRPr sz="369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03435" y="1140341"/>
            <a:ext cx="6196310" cy="5628360"/>
          </a:xfrm>
        </p:spPr>
        <p:txBody>
          <a:bodyPr anchor="t"/>
          <a:lstStyle>
            <a:lvl1pPr marL="0" indent="0">
              <a:buNone/>
              <a:defRPr sz="3696"/>
            </a:lvl1pPr>
            <a:lvl2pPr marL="528020" indent="0">
              <a:buNone/>
              <a:defRPr sz="3234"/>
            </a:lvl2pPr>
            <a:lvl3pPr marL="1056041" indent="0">
              <a:buNone/>
              <a:defRPr sz="2772"/>
            </a:lvl3pPr>
            <a:lvl4pPr marL="1584061" indent="0">
              <a:buNone/>
              <a:defRPr sz="2310"/>
            </a:lvl4pPr>
            <a:lvl5pPr marL="2112081" indent="0">
              <a:buNone/>
              <a:defRPr sz="2310"/>
            </a:lvl5pPr>
            <a:lvl6pPr marL="2640101" indent="0">
              <a:buNone/>
              <a:defRPr sz="2310"/>
            </a:lvl6pPr>
            <a:lvl7pPr marL="3168122" indent="0">
              <a:buNone/>
              <a:defRPr sz="2310"/>
            </a:lvl7pPr>
            <a:lvl8pPr marL="3696142" indent="0">
              <a:buNone/>
              <a:defRPr sz="2310"/>
            </a:lvl8pPr>
            <a:lvl9pPr marL="4224162" indent="0">
              <a:buNone/>
              <a:defRPr sz="231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3068" y="2376011"/>
            <a:ext cx="3947598" cy="4401855"/>
          </a:xfrm>
        </p:spPr>
        <p:txBody>
          <a:bodyPr/>
          <a:lstStyle>
            <a:lvl1pPr marL="0" indent="0">
              <a:buNone/>
              <a:defRPr sz="1848"/>
            </a:lvl1pPr>
            <a:lvl2pPr marL="528020" indent="0">
              <a:buNone/>
              <a:defRPr sz="1617"/>
            </a:lvl2pPr>
            <a:lvl3pPr marL="1056041" indent="0">
              <a:buNone/>
              <a:defRPr sz="1386"/>
            </a:lvl3pPr>
            <a:lvl4pPr marL="1584061" indent="0">
              <a:buNone/>
              <a:defRPr sz="1155"/>
            </a:lvl4pPr>
            <a:lvl5pPr marL="2112081" indent="0">
              <a:buNone/>
              <a:defRPr sz="1155"/>
            </a:lvl5pPr>
            <a:lvl6pPr marL="2640101" indent="0">
              <a:buNone/>
              <a:defRPr sz="1155"/>
            </a:lvl6pPr>
            <a:lvl7pPr marL="3168122" indent="0">
              <a:buNone/>
              <a:defRPr sz="1155"/>
            </a:lvl7pPr>
            <a:lvl8pPr marL="3696142" indent="0">
              <a:buNone/>
              <a:defRPr sz="1155"/>
            </a:lvl8pPr>
            <a:lvl9pPr marL="4224162" indent="0">
              <a:buNone/>
              <a:defRPr sz="115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03704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143206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58982" y="421669"/>
            <a:ext cx="2639169" cy="67118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41475" y="421669"/>
            <a:ext cx="7764512" cy="671186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571921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ARD_MASTER">
    <p:bg>
      <p:bgPr>
        <a:solidFill>
          <a:srgbClr val="EA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259694" y="1663208"/>
            <a:ext cx="5490346" cy="198001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9660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1474" y="421671"/>
            <a:ext cx="10556677" cy="15308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1474" y="2108344"/>
            <a:ext cx="10556677" cy="50251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41474" y="7340703"/>
            <a:ext cx="2753916" cy="4216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8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7/13/2026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54376" y="7340703"/>
            <a:ext cx="4130873" cy="4216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8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44235" y="7340703"/>
            <a:ext cx="2753916" cy="4216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8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88342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</p:sldLayoutIdLst>
  <p:hf sldNum="0" hdr="0" ftr="0" dt="0"/>
  <p:txStyles>
    <p:titleStyle>
      <a:lvl1pPr algn="l" defTabSz="1056041" rtl="0" eaLnBrk="1" latinLnBrk="0" hangingPunct="1">
        <a:lnSpc>
          <a:spcPct val="90000"/>
        </a:lnSpc>
        <a:spcBef>
          <a:spcPct val="0"/>
        </a:spcBef>
        <a:buNone/>
        <a:defRPr sz="508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4010" indent="-264010" algn="l" defTabSz="1056041" rtl="0" eaLnBrk="1" latinLnBrk="0" hangingPunct="1">
        <a:lnSpc>
          <a:spcPct val="90000"/>
        </a:lnSpc>
        <a:spcBef>
          <a:spcPts val="1155"/>
        </a:spcBef>
        <a:buFont typeface="Arial" panose="020B0604020202020204" pitchFamily="34" charset="0"/>
        <a:buChar char="•"/>
        <a:defRPr sz="3234" kern="1200">
          <a:solidFill>
            <a:schemeClr val="tx1"/>
          </a:solidFill>
          <a:latin typeface="+mn-lt"/>
          <a:ea typeface="+mn-ea"/>
          <a:cs typeface="+mn-cs"/>
        </a:defRPr>
      </a:lvl1pPr>
      <a:lvl2pPr marL="792030" indent="-264010" algn="l" defTabSz="1056041" rtl="0" eaLnBrk="1" latinLnBrk="0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772" kern="1200">
          <a:solidFill>
            <a:schemeClr val="tx1"/>
          </a:solidFill>
          <a:latin typeface="+mn-lt"/>
          <a:ea typeface="+mn-ea"/>
          <a:cs typeface="+mn-cs"/>
        </a:defRPr>
      </a:lvl2pPr>
      <a:lvl3pPr marL="1320051" indent="-264010" algn="l" defTabSz="1056041" rtl="0" eaLnBrk="1" latinLnBrk="0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310" kern="1200">
          <a:solidFill>
            <a:schemeClr val="tx1"/>
          </a:solidFill>
          <a:latin typeface="+mn-lt"/>
          <a:ea typeface="+mn-ea"/>
          <a:cs typeface="+mn-cs"/>
        </a:defRPr>
      </a:lvl3pPr>
      <a:lvl4pPr marL="1848071" indent="-264010" algn="l" defTabSz="1056041" rtl="0" eaLnBrk="1" latinLnBrk="0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9" kern="1200">
          <a:solidFill>
            <a:schemeClr val="tx1"/>
          </a:solidFill>
          <a:latin typeface="+mn-lt"/>
          <a:ea typeface="+mn-ea"/>
          <a:cs typeface="+mn-cs"/>
        </a:defRPr>
      </a:lvl4pPr>
      <a:lvl5pPr marL="2376091" indent="-264010" algn="l" defTabSz="1056041" rtl="0" eaLnBrk="1" latinLnBrk="0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9" kern="1200">
          <a:solidFill>
            <a:schemeClr val="tx1"/>
          </a:solidFill>
          <a:latin typeface="+mn-lt"/>
          <a:ea typeface="+mn-ea"/>
          <a:cs typeface="+mn-cs"/>
        </a:defRPr>
      </a:lvl5pPr>
      <a:lvl6pPr marL="2904112" indent="-264010" algn="l" defTabSz="1056041" rtl="0" eaLnBrk="1" latinLnBrk="0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9" kern="1200">
          <a:solidFill>
            <a:schemeClr val="tx1"/>
          </a:solidFill>
          <a:latin typeface="+mn-lt"/>
          <a:ea typeface="+mn-ea"/>
          <a:cs typeface="+mn-cs"/>
        </a:defRPr>
      </a:lvl6pPr>
      <a:lvl7pPr marL="3432132" indent="-264010" algn="l" defTabSz="1056041" rtl="0" eaLnBrk="1" latinLnBrk="0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9" kern="1200">
          <a:solidFill>
            <a:schemeClr val="tx1"/>
          </a:solidFill>
          <a:latin typeface="+mn-lt"/>
          <a:ea typeface="+mn-ea"/>
          <a:cs typeface="+mn-cs"/>
        </a:defRPr>
      </a:lvl7pPr>
      <a:lvl8pPr marL="3960152" indent="-264010" algn="l" defTabSz="1056041" rtl="0" eaLnBrk="1" latinLnBrk="0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9" kern="1200">
          <a:solidFill>
            <a:schemeClr val="tx1"/>
          </a:solidFill>
          <a:latin typeface="+mn-lt"/>
          <a:ea typeface="+mn-ea"/>
          <a:cs typeface="+mn-cs"/>
        </a:defRPr>
      </a:lvl8pPr>
      <a:lvl9pPr marL="4488172" indent="-264010" algn="l" defTabSz="1056041" rtl="0" eaLnBrk="1" latinLnBrk="0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56041" rtl="0" eaLnBrk="1" latinLnBrk="0" hangingPunct="1">
        <a:defRPr sz="2079" kern="1200">
          <a:solidFill>
            <a:schemeClr val="tx1"/>
          </a:solidFill>
          <a:latin typeface="+mn-lt"/>
          <a:ea typeface="+mn-ea"/>
          <a:cs typeface="+mn-cs"/>
        </a:defRPr>
      </a:lvl1pPr>
      <a:lvl2pPr marL="528020" algn="l" defTabSz="1056041" rtl="0" eaLnBrk="1" latinLnBrk="0" hangingPunct="1">
        <a:defRPr sz="2079" kern="1200">
          <a:solidFill>
            <a:schemeClr val="tx1"/>
          </a:solidFill>
          <a:latin typeface="+mn-lt"/>
          <a:ea typeface="+mn-ea"/>
          <a:cs typeface="+mn-cs"/>
        </a:defRPr>
      </a:lvl2pPr>
      <a:lvl3pPr marL="1056041" algn="l" defTabSz="1056041" rtl="0" eaLnBrk="1" latinLnBrk="0" hangingPunct="1">
        <a:defRPr sz="2079" kern="1200">
          <a:solidFill>
            <a:schemeClr val="tx1"/>
          </a:solidFill>
          <a:latin typeface="+mn-lt"/>
          <a:ea typeface="+mn-ea"/>
          <a:cs typeface="+mn-cs"/>
        </a:defRPr>
      </a:lvl3pPr>
      <a:lvl4pPr marL="1584061" algn="l" defTabSz="1056041" rtl="0" eaLnBrk="1" latinLnBrk="0" hangingPunct="1">
        <a:defRPr sz="2079" kern="1200">
          <a:solidFill>
            <a:schemeClr val="tx1"/>
          </a:solidFill>
          <a:latin typeface="+mn-lt"/>
          <a:ea typeface="+mn-ea"/>
          <a:cs typeface="+mn-cs"/>
        </a:defRPr>
      </a:lvl4pPr>
      <a:lvl5pPr marL="2112081" algn="l" defTabSz="1056041" rtl="0" eaLnBrk="1" latinLnBrk="0" hangingPunct="1">
        <a:defRPr sz="2079" kern="1200">
          <a:solidFill>
            <a:schemeClr val="tx1"/>
          </a:solidFill>
          <a:latin typeface="+mn-lt"/>
          <a:ea typeface="+mn-ea"/>
          <a:cs typeface="+mn-cs"/>
        </a:defRPr>
      </a:lvl5pPr>
      <a:lvl6pPr marL="2640101" algn="l" defTabSz="1056041" rtl="0" eaLnBrk="1" latinLnBrk="0" hangingPunct="1">
        <a:defRPr sz="2079" kern="1200">
          <a:solidFill>
            <a:schemeClr val="tx1"/>
          </a:solidFill>
          <a:latin typeface="+mn-lt"/>
          <a:ea typeface="+mn-ea"/>
          <a:cs typeface="+mn-cs"/>
        </a:defRPr>
      </a:lvl6pPr>
      <a:lvl7pPr marL="3168122" algn="l" defTabSz="1056041" rtl="0" eaLnBrk="1" latinLnBrk="0" hangingPunct="1">
        <a:defRPr sz="2079" kern="1200">
          <a:solidFill>
            <a:schemeClr val="tx1"/>
          </a:solidFill>
          <a:latin typeface="+mn-lt"/>
          <a:ea typeface="+mn-ea"/>
          <a:cs typeface="+mn-cs"/>
        </a:defRPr>
      </a:lvl7pPr>
      <a:lvl8pPr marL="3696142" algn="l" defTabSz="1056041" rtl="0" eaLnBrk="1" latinLnBrk="0" hangingPunct="1">
        <a:defRPr sz="2079" kern="1200">
          <a:solidFill>
            <a:schemeClr val="tx1"/>
          </a:solidFill>
          <a:latin typeface="+mn-lt"/>
          <a:ea typeface="+mn-ea"/>
          <a:cs typeface="+mn-cs"/>
        </a:defRPr>
      </a:lvl8pPr>
      <a:lvl9pPr marL="4224162" algn="l" defTabSz="1056041" rtl="0" eaLnBrk="1" latinLnBrk="0" hangingPunct="1">
        <a:defRPr sz="207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43">
            <a:extLst>
              <a:ext uri="{FF2B5EF4-FFF2-40B4-BE49-F238E27FC236}">
                <a16:creationId xmlns:a16="http://schemas.microsoft.com/office/drawing/2014/main" id="{C69A77FC-2767-48CE-475B-41DE1B90614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tretch/>
        </p:blipFill>
        <p:spPr>
          <a:xfrm>
            <a:off x="-4456" y="0"/>
            <a:ext cx="13855677" cy="7917529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3" name="Image 0" descr="Side profile of a teal car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4811" y="763068"/>
            <a:ext cx="13840145" cy="6437277"/>
          </a:xfrm>
          <a:prstGeom prst="rect">
            <a:avLst/>
          </a:prstGeom>
        </p:spPr>
      </p:pic>
      <p:sp>
        <p:nvSpPr>
          <p:cNvPr id="14" name="text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21829" y="0"/>
            <a:ext cx="7927185" cy="7920038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40000"/>
                </a:schemeClr>
              </a:gs>
              <a:gs pos="72000">
                <a:schemeClr val="bg1"/>
              </a:gs>
            </a:gsLst>
            <a:lin ang="5400000" scaled="1"/>
          </a:gradFill>
          <a:ln/>
        </p:spPr>
        <p:txBody>
          <a:bodyPr/>
          <a:lstStyle/>
          <a:p>
            <a:endParaRPr lang="en-GB" sz="27593"/>
          </a:p>
        </p:txBody>
      </p:sp>
      <p:sp>
        <p:nvSpPr>
          <p:cNvPr id="15" name="panel sea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12967" y="0"/>
            <a:ext cx="174123" cy="7920038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GB" sz="27593"/>
          </a:p>
        </p:txBody>
      </p:sp>
      <p:sp>
        <p:nvSpPr>
          <p:cNvPr id="16" name="Text 0"/>
          <p:cNvSpPr>
            <a:spLocks noGrp="1"/>
          </p:cNvSpPr>
          <p:nvPr>
            <p:ph type="title" idx="100"/>
          </p:nvPr>
        </p:nvSpPr>
        <p:spPr>
          <a:xfrm>
            <a:off x="6767692" y="1038873"/>
            <a:ext cx="6834359" cy="1980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6119" b="1" dirty="0">
                <a:solidFill>
                  <a:schemeClr val="accent1">
                    <a:lumMod val="50000"/>
                  </a:schemeClr>
                </a:solidFill>
                <a:latin typeface="Greater Theory" pitchFamily="50" charset="0"/>
                <a:ea typeface="Arial" pitchFamily="34" charset="-122"/>
                <a:cs typeface="Arial" pitchFamily="34" charset="-120"/>
              </a:rPr>
              <a:t>Morgan Lowe</a:t>
            </a:r>
            <a:endParaRPr lang="en-US" sz="6119" dirty="0">
              <a:solidFill>
                <a:schemeClr val="accent1">
                  <a:lumMod val="50000"/>
                </a:schemeClr>
              </a:solidFill>
              <a:latin typeface="Greater Theory" pitchFamily="50" charset="0"/>
            </a:endParaRPr>
          </a:p>
        </p:txBody>
      </p:sp>
      <p:sp>
        <p:nvSpPr>
          <p:cNvPr id="17" name="name under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67693" y="3244949"/>
            <a:ext cx="2176548" cy="126722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GB" sz="27593"/>
          </a:p>
        </p:txBody>
      </p:sp>
      <p:sp>
        <p:nvSpPr>
          <p:cNvPr id="18" name="Text 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67692" y="3575277"/>
            <a:ext cx="6834359" cy="2178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1530"/>
              </a:spcAft>
            </a:pPr>
            <a:r>
              <a:rPr lang="en-US" sz="3251" b="1" dirty="0">
                <a:solidFill>
                  <a:schemeClr val="accent1">
                    <a:lumMod val="50000"/>
                  </a:schemeClr>
                </a:solidFill>
                <a:latin typeface="Aptos Narrow" panose="020B0004020202020204" pitchFamily="34" charset="0"/>
                <a:ea typeface="Arial" pitchFamily="34" charset="-122"/>
                <a:cs typeface="Arial" pitchFamily="34" charset="-120"/>
              </a:rPr>
              <a:t>morganwtlowe@gmail.com</a:t>
            </a:r>
            <a:endParaRPr lang="en-US" sz="3251" b="1" dirty="0">
              <a:solidFill>
                <a:schemeClr val="accent1">
                  <a:lumMod val="50000"/>
                </a:schemeClr>
              </a:solidFill>
              <a:latin typeface="Aptos Narrow" panose="020B0004020202020204" pitchFamily="34" charset="0"/>
            </a:endParaRPr>
          </a:p>
          <a:p>
            <a:pPr>
              <a:spcAft>
                <a:spcPts val="1530"/>
              </a:spcAft>
            </a:pPr>
            <a:r>
              <a:rPr lang="en-US" sz="3251" b="1" dirty="0">
                <a:solidFill>
                  <a:srgbClr val="002060"/>
                </a:solidFill>
                <a:latin typeface="Aptos Narrow" panose="020B0004020202020204" pitchFamily="34" charset="0"/>
                <a:ea typeface="Arial" pitchFamily="34" charset="-122"/>
                <a:cs typeface="Arial" pitchFamily="34" charset="-120"/>
              </a:rPr>
              <a:t>+44 7982 939186</a:t>
            </a:r>
            <a:endParaRPr lang="en-US" sz="3251" b="1" dirty="0">
              <a:solidFill>
                <a:srgbClr val="002060"/>
              </a:solidFill>
              <a:latin typeface="Aptos Narrow" panose="020B0004020202020204" pitchFamily="34" charset="0"/>
            </a:endParaRPr>
          </a:p>
        </p:txBody>
      </p:sp>
      <p:pic>
        <p:nvPicPr>
          <p:cNvPr id="68" name="Picture 67">
            <a:extLst>
              <a:ext uri="{FF2B5EF4-FFF2-40B4-BE49-F238E27FC236}">
                <a16:creationId xmlns:a16="http://schemas.microsoft.com/office/drawing/2014/main" id="{F773F80E-9A25-CA97-189C-E01541292E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0" y="4853656"/>
            <a:ext cx="2827473" cy="302033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389</TotalTime>
  <Words>12</Words>
  <Application>Microsoft Office PowerPoint</Application>
  <PresentationFormat>Custom</PresentationFormat>
  <Paragraphs>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 Narrow</vt:lpstr>
      <vt:lpstr>Arial</vt:lpstr>
      <vt:lpstr>Calibri</vt:lpstr>
      <vt:lpstr>Calibri Light</vt:lpstr>
      <vt:lpstr>Greater Theory</vt:lpstr>
      <vt:lpstr>Office 2013 - 2022 Theme</vt:lpstr>
      <vt:lpstr>Morgan Lowe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mark lowe</dc:creator>
  <cp:lastModifiedBy>mark lowe</cp:lastModifiedBy>
  <cp:revision>2</cp:revision>
  <dcterms:created xsi:type="dcterms:W3CDTF">2026-07-13T13:45:01Z</dcterms:created>
  <dcterms:modified xsi:type="dcterms:W3CDTF">2026-07-13T20:26:20Z</dcterms:modified>
</cp:coreProperties>
</file>