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200400" cy="1828800"/>
  <p:notesSz cx="1828800" cy="3200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472C4"/>
    <a:srgbClr val="002774"/>
    <a:srgbClr val="C7D5ED"/>
    <a:srgbClr val="838E9B"/>
    <a:srgbClr val="FFFFFF"/>
    <a:srgbClr val="F6F8FC"/>
    <a:srgbClr val="ABC0E4"/>
    <a:srgbClr val="385723"/>
    <a:srgbClr val="FBFE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575" autoAdjust="0"/>
    <p:restoredTop sz="94660"/>
  </p:normalViewPr>
  <p:slideViewPr>
    <p:cSldViewPr snapToGrid="0">
      <p:cViewPr>
        <p:scale>
          <a:sx n="300" d="100"/>
          <a:sy n="300" d="100"/>
        </p:scale>
        <p:origin x="3066" y="20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728663" y="1143000"/>
            <a:ext cx="5400675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D_MASTER">
    <p:bg>
      <p:bgPr>
        <a:solidFill>
          <a:srgbClr val="EAF5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1636776" y="384048"/>
            <a:ext cx="1435608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/>
            </a:lvl1pPr>
          </a:lstStyle>
          <a:p>
            <a:pPr marL="0" indent="0">
              <a:buNone/>
            </a:pP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336637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microsoft.com/office/2007/relationships/hdphoto" Target="../media/hdphoto1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Picture 43">
            <a:extLst>
              <a:ext uri="{FF2B5EF4-FFF2-40B4-BE49-F238E27FC236}">
                <a16:creationId xmlns:a16="http://schemas.microsoft.com/office/drawing/2014/main" id="{C69A77FC-2767-48CE-475B-41DE1B90614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100000"/>
                    </a14:imgEffect>
                  </a14:imgLayer>
                </a14:imgProps>
              </a:ext>
            </a:extLst>
          </a:blip>
          <a:stretch/>
        </p:blipFill>
        <p:spPr>
          <a:xfrm>
            <a:off x="-20556" y="0"/>
            <a:ext cx="3200400" cy="1828800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50" name="slant stripe 1">
            <a:extLst>
              <a:ext uri="{FF2B5EF4-FFF2-40B4-BE49-F238E27FC236}">
                <a16:creationId xmlns:a16="http://schemas.microsoft.com/office/drawing/2014/main" id="{3BB4B8DB-F49F-EA6A-FFE8-FB74492861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20160000">
            <a:off x="-46144" y="-1089102"/>
            <a:ext cx="116067" cy="310896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31000">
                <a:srgbClr val="ABC0E4">
                  <a:alpha val="30196"/>
                </a:srgbClr>
              </a:gs>
              <a:gs pos="100000">
                <a:srgbClr val="C7D5ED">
                  <a:alpha val="0"/>
                </a:srgbClr>
              </a:gs>
            </a:gsLst>
            <a:lin ang="5400000" scaled="1"/>
          </a:gradFill>
          <a:ln/>
          <a:effectLst>
            <a:softEdge rad="25400"/>
          </a:effectLst>
        </p:spPr>
        <p:txBody>
          <a:bodyPr/>
          <a:lstStyle/>
          <a:p>
            <a:endParaRPr lang="en-GB"/>
          </a:p>
        </p:txBody>
      </p:sp>
      <p:sp>
        <p:nvSpPr>
          <p:cNvPr id="52" name="slant stripe 2">
            <a:extLst>
              <a:ext uri="{FF2B5EF4-FFF2-40B4-BE49-F238E27FC236}">
                <a16:creationId xmlns:a16="http://schemas.microsoft.com/office/drawing/2014/main" id="{5A6DAD97-16AB-AF43-70B8-93661AB94F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20160000">
            <a:off x="273033" y="-1089102"/>
            <a:ext cx="116067" cy="310896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31000">
                <a:srgbClr val="ABC0E4">
                  <a:alpha val="30196"/>
                </a:srgbClr>
              </a:gs>
              <a:gs pos="100000">
                <a:srgbClr val="C7D5ED">
                  <a:alpha val="0"/>
                </a:srgbClr>
              </a:gs>
            </a:gsLst>
            <a:lin ang="5400000" scaled="1"/>
          </a:gradFill>
          <a:ln/>
          <a:effectLst>
            <a:softEdge rad="25400"/>
          </a:effectLst>
        </p:spPr>
        <p:txBody>
          <a:bodyPr/>
          <a:lstStyle/>
          <a:p>
            <a:endParaRPr lang="en-GB"/>
          </a:p>
        </p:txBody>
      </p:sp>
      <p:sp>
        <p:nvSpPr>
          <p:cNvPr id="54" name="slant stripe 3">
            <a:extLst>
              <a:ext uri="{FF2B5EF4-FFF2-40B4-BE49-F238E27FC236}">
                <a16:creationId xmlns:a16="http://schemas.microsoft.com/office/drawing/2014/main" id="{42AEFB02-DCD9-D537-5E9B-C8AAB48CBA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20160000">
            <a:off x="827725" y="-1089102"/>
            <a:ext cx="116067" cy="310896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31000">
                <a:srgbClr val="ABC0E4">
                  <a:alpha val="30196"/>
                </a:srgbClr>
              </a:gs>
              <a:gs pos="100000">
                <a:srgbClr val="C7D5ED">
                  <a:alpha val="0"/>
                </a:srgbClr>
              </a:gs>
            </a:gsLst>
            <a:lin ang="5400000" scaled="1"/>
          </a:gradFill>
          <a:ln/>
          <a:effectLst>
            <a:softEdge rad="25400"/>
          </a:effectLst>
        </p:spPr>
        <p:txBody>
          <a:bodyPr/>
          <a:lstStyle/>
          <a:p>
            <a:endParaRPr lang="en-GB"/>
          </a:p>
        </p:txBody>
      </p:sp>
      <p:sp>
        <p:nvSpPr>
          <p:cNvPr id="56" name="slant stripe 4">
            <a:extLst>
              <a:ext uri="{FF2B5EF4-FFF2-40B4-BE49-F238E27FC236}">
                <a16:creationId xmlns:a16="http://schemas.microsoft.com/office/drawing/2014/main" id="{77666F7D-2CE5-0D19-F484-ECE0A347E7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20160000">
            <a:off x="1092629" y="-1089101"/>
            <a:ext cx="116067" cy="310896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31000">
                <a:srgbClr val="ABC0E4">
                  <a:alpha val="30196"/>
                </a:srgbClr>
              </a:gs>
              <a:gs pos="100000">
                <a:srgbClr val="C7D5ED">
                  <a:alpha val="0"/>
                </a:srgbClr>
              </a:gs>
            </a:gsLst>
            <a:lin ang="5400000" scaled="1"/>
          </a:gradFill>
          <a:ln/>
          <a:effectLst>
            <a:softEdge rad="25400"/>
          </a:effectLst>
        </p:spPr>
        <p:txBody>
          <a:bodyPr/>
          <a:lstStyle/>
          <a:p>
            <a:endParaRPr lang="en-GB"/>
          </a:p>
        </p:txBody>
      </p:sp>
      <p:sp>
        <p:nvSpPr>
          <p:cNvPr id="58" name="slant stripe 5">
            <a:extLst>
              <a:ext uri="{FF2B5EF4-FFF2-40B4-BE49-F238E27FC236}">
                <a16:creationId xmlns:a16="http://schemas.microsoft.com/office/drawing/2014/main" id="{EFC69DBB-3D17-E2EC-D148-BF55E6AD42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20160000">
            <a:off x="1597942" y="-1089102"/>
            <a:ext cx="116067" cy="310896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31000">
                <a:srgbClr val="ABC0E4">
                  <a:alpha val="30196"/>
                </a:srgbClr>
              </a:gs>
              <a:gs pos="100000">
                <a:srgbClr val="C7D5ED">
                  <a:alpha val="0"/>
                </a:srgbClr>
              </a:gs>
            </a:gsLst>
            <a:lin ang="5400000" scaled="1"/>
          </a:gradFill>
          <a:ln/>
          <a:effectLst>
            <a:softEdge rad="25400"/>
          </a:effectLst>
        </p:spPr>
        <p:txBody>
          <a:bodyPr/>
          <a:lstStyle/>
          <a:p>
            <a:endParaRPr lang="en-GB"/>
          </a:p>
        </p:txBody>
      </p:sp>
      <p:sp>
        <p:nvSpPr>
          <p:cNvPr id="60" name="slant stripe 6">
            <a:extLst>
              <a:ext uri="{FF2B5EF4-FFF2-40B4-BE49-F238E27FC236}">
                <a16:creationId xmlns:a16="http://schemas.microsoft.com/office/drawing/2014/main" id="{56C09C52-BD04-D56F-8B93-9829729AEB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20160000">
            <a:off x="2087389" y="-1089101"/>
            <a:ext cx="116067" cy="310896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31000">
                <a:srgbClr val="ABC0E4">
                  <a:alpha val="30196"/>
                </a:srgbClr>
              </a:gs>
              <a:gs pos="100000">
                <a:srgbClr val="C7D5ED">
                  <a:alpha val="0"/>
                </a:srgbClr>
              </a:gs>
            </a:gsLst>
            <a:lin ang="5400000" scaled="1"/>
          </a:gradFill>
          <a:ln/>
          <a:effectLst>
            <a:softEdge rad="25400"/>
          </a:effectLst>
        </p:spPr>
        <p:txBody>
          <a:bodyPr/>
          <a:lstStyle/>
          <a:p>
            <a:endParaRPr lang="en-GB"/>
          </a:p>
        </p:txBody>
      </p:sp>
      <p:sp>
        <p:nvSpPr>
          <p:cNvPr id="62" name="slant stripe 7">
            <a:extLst>
              <a:ext uri="{FF2B5EF4-FFF2-40B4-BE49-F238E27FC236}">
                <a16:creationId xmlns:a16="http://schemas.microsoft.com/office/drawing/2014/main" id="{471D9A79-D678-F6A9-BD0C-8EB95EC3F6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20160000">
            <a:off x="2423547" y="-1089101"/>
            <a:ext cx="116067" cy="310896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31000">
                <a:srgbClr val="ABC0E4">
                  <a:alpha val="30196"/>
                </a:srgbClr>
              </a:gs>
              <a:gs pos="100000">
                <a:srgbClr val="C7D5ED">
                  <a:alpha val="0"/>
                </a:srgbClr>
              </a:gs>
            </a:gsLst>
            <a:lin ang="5400000" scaled="1"/>
          </a:gradFill>
          <a:ln/>
          <a:effectLst>
            <a:softEdge rad="25400"/>
          </a:effectLst>
        </p:spPr>
        <p:txBody>
          <a:bodyPr/>
          <a:lstStyle/>
          <a:p>
            <a:endParaRPr lang="en-GB"/>
          </a:p>
        </p:txBody>
      </p:sp>
      <p:sp>
        <p:nvSpPr>
          <p:cNvPr id="64" name="slant stripe 8">
            <a:extLst>
              <a:ext uri="{FF2B5EF4-FFF2-40B4-BE49-F238E27FC236}">
                <a16:creationId xmlns:a16="http://schemas.microsoft.com/office/drawing/2014/main" id="{0FEAA283-98A0-C658-156F-64F103917C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20160000">
            <a:off x="2799631" y="-1063702"/>
            <a:ext cx="116067" cy="310896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31000">
                <a:srgbClr val="ABC0E4">
                  <a:alpha val="30196"/>
                </a:srgbClr>
              </a:gs>
              <a:gs pos="100000">
                <a:srgbClr val="C7D5ED">
                  <a:alpha val="0"/>
                </a:srgbClr>
              </a:gs>
            </a:gsLst>
            <a:lin ang="5400000" scaled="1"/>
          </a:gradFill>
          <a:ln/>
          <a:effectLst>
            <a:softEdge rad="25400"/>
          </a:effectLst>
        </p:spPr>
        <p:txBody>
          <a:bodyPr/>
          <a:lstStyle/>
          <a:p>
            <a:endParaRPr lang="en-GB"/>
          </a:p>
        </p:txBody>
      </p:sp>
      <p:sp>
        <p:nvSpPr>
          <p:cNvPr id="66" name="slant stripe 9">
            <a:extLst>
              <a:ext uri="{FF2B5EF4-FFF2-40B4-BE49-F238E27FC236}">
                <a16:creationId xmlns:a16="http://schemas.microsoft.com/office/drawing/2014/main" id="{82C76830-68DE-E477-C319-7EA37FE4AA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20160000">
            <a:off x="3334089" y="-1089103"/>
            <a:ext cx="116067" cy="310896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31000">
                <a:srgbClr val="ABC0E4">
                  <a:alpha val="30196"/>
                </a:srgbClr>
              </a:gs>
              <a:gs pos="100000">
                <a:srgbClr val="C7D5ED">
                  <a:alpha val="0"/>
                </a:srgbClr>
              </a:gs>
            </a:gsLst>
            <a:lin ang="5400000" scaled="1"/>
          </a:gradFill>
          <a:ln/>
          <a:effectLst>
            <a:softEdge rad="25400"/>
          </a:effectLst>
        </p:spPr>
        <p:txBody>
          <a:bodyPr/>
          <a:lstStyle/>
          <a:p>
            <a:endParaRPr lang="en-GB"/>
          </a:p>
        </p:txBody>
      </p:sp>
      <p:sp>
        <p:nvSpPr>
          <p:cNvPr id="3" name="slant strip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-1440000">
            <a:off x="-265623" y="-670274"/>
            <a:ext cx="303917" cy="310896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31000">
                <a:srgbClr val="ABC0E4">
                  <a:alpha val="30196"/>
                </a:srgbClr>
              </a:gs>
              <a:gs pos="100000">
                <a:srgbClr val="C7D5ED">
                  <a:alpha val="0"/>
                </a:srgbClr>
              </a:gs>
            </a:gsLst>
            <a:lin ang="5400000" scaled="1"/>
          </a:gradFill>
          <a:ln/>
          <a:effectLst>
            <a:softEdge rad="25400"/>
          </a:effectLst>
        </p:spPr>
        <p:txBody>
          <a:bodyPr/>
          <a:lstStyle/>
          <a:p>
            <a:endParaRPr lang="en-GB"/>
          </a:p>
        </p:txBody>
      </p:sp>
      <p:sp>
        <p:nvSpPr>
          <p:cNvPr id="4" name="slant strip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-1440000">
            <a:off x="155001" y="-670274"/>
            <a:ext cx="303917" cy="310896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31000">
                <a:srgbClr val="ABC0E4">
                  <a:alpha val="30196"/>
                </a:srgbClr>
              </a:gs>
              <a:gs pos="100000">
                <a:srgbClr val="C7D5ED">
                  <a:alpha val="0"/>
                </a:srgbClr>
              </a:gs>
            </a:gsLst>
            <a:lin ang="5400000" scaled="1"/>
          </a:gradFill>
          <a:ln/>
          <a:effectLst>
            <a:softEdge rad="25400"/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slant strip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-1440000">
            <a:off x="575625" y="-670274"/>
            <a:ext cx="303917" cy="310896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31000">
                <a:srgbClr val="ABC0E4">
                  <a:alpha val="30196"/>
                </a:srgbClr>
              </a:gs>
              <a:gs pos="100000">
                <a:srgbClr val="C7D5ED">
                  <a:alpha val="0"/>
                </a:srgbClr>
              </a:gs>
            </a:gsLst>
            <a:lin ang="5400000" scaled="1"/>
          </a:gradFill>
          <a:ln/>
          <a:effectLst>
            <a:softEdge rad="25400"/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slant strip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-1440000">
            <a:off x="996249" y="-670274"/>
            <a:ext cx="303917" cy="310896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31000">
                <a:srgbClr val="ABC0E4">
                  <a:alpha val="30196"/>
                </a:srgbClr>
              </a:gs>
              <a:gs pos="100000">
                <a:srgbClr val="C7D5ED">
                  <a:alpha val="0"/>
                </a:srgbClr>
              </a:gs>
            </a:gsLst>
            <a:lin ang="5400000" scaled="1"/>
          </a:gradFill>
          <a:ln/>
          <a:effectLst>
            <a:softEdge rad="25400"/>
          </a:effectLst>
        </p:spPr>
        <p:txBody>
          <a:bodyPr/>
          <a:lstStyle/>
          <a:p>
            <a:endParaRPr lang="en-GB"/>
          </a:p>
        </p:txBody>
      </p:sp>
      <p:sp>
        <p:nvSpPr>
          <p:cNvPr id="7" name="slant stripe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-1440000">
            <a:off x="1416873" y="-670274"/>
            <a:ext cx="303917" cy="310896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31000">
                <a:srgbClr val="ABC0E4">
                  <a:alpha val="30196"/>
                </a:srgbClr>
              </a:gs>
              <a:gs pos="100000">
                <a:srgbClr val="C7D5ED">
                  <a:alpha val="0"/>
                </a:srgbClr>
              </a:gs>
            </a:gsLst>
            <a:lin ang="5400000" scaled="1"/>
          </a:gradFill>
          <a:ln/>
          <a:effectLst>
            <a:softEdge rad="25400"/>
          </a:effectLst>
        </p:spPr>
        <p:txBody>
          <a:bodyPr/>
          <a:lstStyle/>
          <a:p>
            <a:endParaRPr lang="en-GB"/>
          </a:p>
        </p:txBody>
      </p:sp>
      <p:sp>
        <p:nvSpPr>
          <p:cNvPr id="8" name="slant strip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-1440000">
            <a:off x="1837497" y="-670274"/>
            <a:ext cx="303917" cy="310896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31000">
                <a:srgbClr val="ABC0E4">
                  <a:alpha val="30196"/>
                </a:srgbClr>
              </a:gs>
              <a:gs pos="100000">
                <a:srgbClr val="C7D5ED">
                  <a:alpha val="0"/>
                </a:srgbClr>
              </a:gs>
            </a:gsLst>
            <a:lin ang="5400000" scaled="1"/>
          </a:gradFill>
          <a:ln/>
          <a:effectLst>
            <a:softEdge rad="25400"/>
          </a:effectLst>
        </p:spPr>
        <p:txBody>
          <a:bodyPr/>
          <a:lstStyle/>
          <a:p>
            <a:endParaRPr lang="en-GB"/>
          </a:p>
        </p:txBody>
      </p:sp>
      <p:sp>
        <p:nvSpPr>
          <p:cNvPr id="9" name="slant strip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-1440000">
            <a:off x="2258121" y="-670274"/>
            <a:ext cx="303917" cy="310896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31000">
                <a:srgbClr val="ABC0E4">
                  <a:alpha val="30196"/>
                </a:srgbClr>
              </a:gs>
              <a:gs pos="100000">
                <a:srgbClr val="C7D5ED">
                  <a:alpha val="0"/>
                </a:srgbClr>
              </a:gs>
            </a:gsLst>
            <a:lin ang="5400000" scaled="1"/>
          </a:gradFill>
          <a:ln/>
          <a:effectLst>
            <a:softEdge rad="25400"/>
          </a:effectLst>
        </p:spPr>
        <p:txBody>
          <a:bodyPr/>
          <a:lstStyle/>
          <a:p>
            <a:endParaRPr lang="en-GB"/>
          </a:p>
        </p:txBody>
      </p:sp>
      <p:sp>
        <p:nvSpPr>
          <p:cNvPr id="10" name="slant strip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-1440000">
            <a:off x="2678745" y="-670274"/>
            <a:ext cx="303917" cy="310896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31000">
                <a:srgbClr val="ABC0E4">
                  <a:alpha val="30196"/>
                </a:srgbClr>
              </a:gs>
              <a:gs pos="100000">
                <a:srgbClr val="C7D5ED">
                  <a:alpha val="0"/>
                </a:srgbClr>
              </a:gs>
            </a:gsLst>
            <a:lin ang="5400000" scaled="1"/>
          </a:gradFill>
          <a:ln/>
          <a:effectLst>
            <a:softEdge rad="25400"/>
          </a:effectLst>
        </p:spPr>
        <p:txBody>
          <a:bodyPr/>
          <a:lstStyle/>
          <a:p>
            <a:endParaRPr lang="en-GB"/>
          </a:p>
        </p:txBody>
      </p:sp>
      <p:sp>
        <p:nvSpPr>
          <p:cNvPr id="11" name="slant strip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-1440000">
            <a:off x="3099369" y="-670274"/>
            <a:ext cx="303917" cy="310896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31000">
                <a:srgbClr val="ABC0E4">
                  <a:alpha val="30196"/>
                </a:srgbClr>
              </a:gs>
              <a:gs pos="100000">
                <a:srgbClr val="C7D5ED">
                  <a:alpha val="0"/>
                </a:srgbClr>
              </a:gs>
            </a:gsLst>
            <a:lin ang="5400000" scaled="1"/>
          </a:gradFill>
          <a:ln/>
          <a:effectLst>
            <a:softEdge rad="25400"/>
          </a:effectLst>
        </p:spPr>
        <p:txBody>
          <a:bodyPr/>
          <a:lstStyle/>
          <a:p>
            <a:endParaRPr lang="en-GB"/>
          </a:p>
        </p:txBody>
      </p:sp>
      <p:pic>
        <p:nvPicPr>
          <p:cNvPr id="13" name="Image 0" descr="Side profile of a teal ca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7" y="144954"/>
            <a:ext cx="3200400" cy="1487686"/>
          </a:xfrm>
          <a:prstGeom prst="rect">
            <a:avLst/>
          </a:prstGeom>
        </p:spPr>
      </p:pic>
      <p:sp>
        <p:nvSpPr>
          <p:cNvPr id="14" name="text pane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81328" y="0"/>
            <a:ext cx="1719072" cy="182880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40000"/>
                </a:schemeClr>
              </a:gs>
              <a:gs pos="72000">
                <a:schemeClr val="bg1"/>
              </a:gs>
            </a:gsLst>
            <a:lin ang="5400000" scaled="1"/>
          </a:gra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panel seam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63040" y="0"/>
            <a:ext cx="36576" cy="1828800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Text 0"/>
          <p:cNvSpPr>
            <a:spLocks noGrp="1"/>
          </p:cNvSpPr>
          <p:nvPr>
            <p:ph type="title" idx="100" hasCustomPrompt="1"/>
          </p:nvPr>
        </p:nvSpPr>
        <p:spPr>
          <a:xfrm>
            <a:off x="1636776" y="180848"/>
            <a:ext cx="1435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accent1">
                    <a:lumMod val="50000"/>
                  </a:schemeClr>
                </a:solidFill>
                <a:latin typeface="Greater Theory" pitchFamily="50" charset="0"/>
                <a:ea typeface="Arial" pitchFamily="34" charset="-122"/>
                <a:cs typeface="Arial" pitchFamily="34" charset="-120"/>
              </a:rPr>
              <a:t>Morgan Lowe</a:t>
            </a:r>
            <a:endParaRPr lang="en-US" sz="1600" dirty="0">
              <a:solidFill>
                <a:schemeClr val="accent1">
                  <a:lumMod val="50000"/>
                </a:schemeClr>
              </a:solidFill>
              <a:latin typeface="Greater Theory" pitchFamily="50" charset="0"/>
            </a:endParaRPr>
          </a:p>
        </p:txBody>
      </p:sp>
      <p:sp>
        <p:nvSpPr>
          <p:cNvPr id="17" name="name underlin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636776" y="729361"/>
            <a:ext cx="457200" cy="29261"/>
          </a:xfrm>
          <a:prstGeom prst="rect">
            <a:avLst/>
          </a:prstGeom>
          <a:solidFill>
            <a:srgbClr val="00206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Text 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636776" y="847090"/>
            <a:ext cx="1435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850" b="1" dirty="0">
                <a:solidFill>
                  <a:schemeClr val="accent1">
                    <a:lumMod val="50000"/>
                  </a:schemeClr>
                </a:solidFill>
                <a:latin typeface="Aptos Narrow" panose="020B0004020202020204" pitchFamily="34" charset="0"/>
                <a:ea typeface="Arial" pitchFamily="34" charset="-122"/>
                <a:cs typeface="Arial" pitchFamily="34" charset="-120"/>
              </a:rPr>
              <a:t>morganwtlowe@gmail.com</a:t>
            </a:r>
            <a:endParaRPr lang="en-US" sz="850" b="1" dirty="0">
              <a:solidFill>
                <a:schemeClr val="accent1">
                  <a:lumMod val="50000"/>
                </a:schemeClr>
              </a:solidFill>
              <a:latin typeface="Aptos Narrow" panose="020B0004020202020204" pitchFamily="34" charset="0"/>
            </a:endParaRPr>
          </a:p>
          <a:p>
            <a:pPr marL="0" indent="0" algn="l">
              <a:spcAft>
                <a:spcPts val="400"/>
              </a:spcAft>
              <a:buNone/>
            </a:pPr>
            <a:r>
              <a:rPr lang="en-US" sz="850" b="1" dirty="0">
                <a:solidFill>
                  <a:srgbClr val="002060"/>
                </a:solidFill>
                <a:latin typeface="Aptos Narrow" panose="020B0004020202020204" pitchFamily="34" charset="0"/>
                <a:ea typeface="Arial" pitchFamily="34" charset="-122"/>
                <a:cs typeface="Arial" pitchFamily="34" charset="-120"/>
              </a:rPr>
              <a:t>+44 7982 939186</a:t>
            </a:r>
            <a:endParaRPr lang="en-US" sz="850" b="1" dirty="0">
              <a:solidFill>
                <a:srgbClr val="002060"/>
              </a:solidFill>
              <a:latin typeface="Aptos Narrow" panose="020B0004020202020204" pitchFamily="34" charset="0"/>
            </a:endParaRPr>
          </a:p>
        </p:txBody>
      </p:sp>
      <p:pic>
        <p:nvPicPr>
          <p:cNvPr id="68" name="Picture 67">
            <a:extLst>
              <a:ext uri="{FF2B5EF4-FFF2-40B4-BE49-F238E27FC236}">
                <a16:creationId xmlns:a16="http://schemas.microsoft.com/office/drawing/2014/main" id="{F773F80E-9A25-CA97-189C-E01541292E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69659" y="1295782"/>
            <a:ext cx="510185" cy="51312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12</Words>
  <Application>Microsoft Office PowerPoint</Application>
  <PresentationFormat>Custom</PresentationFormat>
  <Paragraphs>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 Narrow</vt:lpstr>
      <vt:lpstr>Arial</vt:lpstr>
      <vt:lpstr>Calibri</vt:lpstr>
      <vt:lpstr>Greater Theory</vt:lpstr>
      <vt:lpstr>Office Theme</vt:lpstr>
      <vt:lpstr>Morgan Lowe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mark lowe</dc:creator>
  <cp:lastModifiedBy>mark lowe</cp:lastModifiedBy>
  <cp:revision>1</cp:revision>
  <dcterms:created xsi:type="dcterms:W3CDTF">2026-07-13T13:45:01Z</dcterms:created>
  <dcterms:modified xsi:type="dcterms:W3CDTF">2026-07-13T14:27:15Z</dcterms:modified>
</cp:coreProperties>
</file>