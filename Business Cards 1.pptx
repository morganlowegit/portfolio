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3"/>
  </p:notesMasterIdLst>
  <p:sldIdLst>
    <p:sldId id="256" r:id="rId2"/>
  </p:sldIdLst>
  <p:sldSz cx="12239625" cy="7920038"/>
  <p:notesSz cx="1828800" cy="320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002774"/>
    <a:srgbClr val="C7D5ED"/>
    <a:srgbClr val="838E9B"/>
    <a:srgbClr val="FFFFFF"/>
    <a:srgbClr val="F6F8FC"/>
    <a:srgbClr val="ABC0E4"/>
    <a:srgbClr val="385723"/>
    <a:srgbClr val="FBFE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75" autoAdjust="0"/>
    <p:restoredTop sz="94660"/>
  </p:normalViewPr>
  <p:slideViewPr>
    <p:cSldViewPr snapToGrid="0">
      <p:cViewPr>
        <p:scale>
          <a:sx n="100" d="100"/>
          <a:sy n="100" d="100"/>
        </p:scale>
        <p:origin x="2316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44575" y="1143000"/>
            <a:ext cx="4768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65184" rtl="0" eaLnBrk="1" latinLnBrk="0" hangingPunct="1">
      <a:defRPr sz="4810" kern="1200">
        <a:solidFill>
          <a:schemeClr val="tx1"/>
        </a:solidFill>
        <a:latin typeface="+mn-lt"/>
        <a:ea typeface="+mn-ea"/>
        <a:cs typeface="+mn-cs"/>
      </a:defRPr>
    </a:lvl1pPr>
    <a:lvl2pPr marL="1832592" algn="l" defTabSz="3665184" rtl="0" eaLnBrk="1" latinLnBrk="0" hangingPunct="1">
      <a:defRPr sz="4810" kern="1200">
        <a:solidFill>
          <a:schemeClr val="tx1"/>
        </a:solidFill>
        <a:latin typeface="+mn-lt"/>
        <a:ea typeface="+mn-ea"/>
        <a:cs typeface="+mn-cs"/>
      </a:defRPr>
    </a:lvl2pPr>
    <a:lvl3pPr marL="3665184" algn="l" defTabSz="3665184" rtl="0" eaLnBrk="1" latinLnBrk="0" hangingPunct="1">
      <a:defRPr sz="4810" kern="1200">
        <a:solidFill>
          <a:schemeClr val="tx1"/>
        </a:solidFill>
        <a:latin typeface="+mn-lt"/>
        <a:ea typeface="+mn-ea"/>
        <a:cs typeface="+mn-cs"/>
      </a:defRPr>
    </a:lvl3pPr>
    <a:lvl4pPr marL="5497775" algn="l" defTabSz="3665184" rtl="0" eaLnBrk="1" latinLnBrk="0" hangingPunct="1">
      <a:defRPr sz="4810" kern="1200">
        <a:solidFill>
          <a:schemeClr val="tx1"/>
        </a:solidFill>
        <a:latin typeface="+mn-lt"/>
        <a:ea typeface="+mn-ea"/>
        <a:cs typeface="+mn-cs"/>
      </a:defRPr>
    </a:lvl4pPr>
    <a:lvl5pPr marL="7330367" algn="l" defTabSz="3665184" rtl="0" eaLnBrk="1" latinLnBrk="0" hangingPunct="1">
      <a:defRPr sz="4810" kern="1200">
        <a:solidFill>
          <a:schemeClr val="tx1"/>
        </a:solidFill>
        <a:latin typeface="+mn-lt"/>
        <a:ea typeface="+mn-ea"/>
        <a:cs typeface="+mn-cs"/>
      </a:defRPr>
    </a:lvl5pPr>
    <a:lvl6pPr marL="9162959" algn="l" defTabSz="3665184" rtl="0" eaLnBrk="1" latinLnBrk="0" hangingPunct="1">
      <a:defRPr sz="4810" kern="1200">
        <a:solidFill>
          <a:schemeClr val="tx1"/>
        </a:solidFill>
        <a:latin typeface="+mn-lt"/>
        <a:ea typeface="+mn-ea"/>
        <a:cs typeface="+mn-cs"/>
      </a:defRPr>
    </a:lvl6pPr>
    <a:lvl7pPr marL="10995551" algn="l" defTabSz="3665184" rtl="0" eaLnBrk="1" latinLnBrk="0" hangingPunct="1">
      <a:defRPr sz="4810" kern="1200">
        <a:solidFill>
          <a:schemeClr val="tx1"/>
        </a:solidFill>
        <a:latin typeface="+mn-lt"/>
        <a:ea typeface="+mn-ea"/>
        <a:cs typeface="+mn-cs"/>
      </a:defRPr>
    </a:lvl7pPr>
    <a:lvl8pPr marL="12828141" algn="l" defTabSz="3665184" rtl="0" eaLnBrk="1" latinLnBrk="0" hangingPunct="1">
      <a:defRPr sz="4810" kern="1200">
        <a:solidFill>
          <a:schemeClr val="tx1"/>
        </a:solidFill>
        <a:latin typeface="+mn-lt"/>
        <a:ea typeface="+mn-ea"/>
        <a:cs typeface="+mn-cs"/>
      </a:defRPr>
    </a:lvl8pPr>
    <a:lvl9pPr marL="14660733" algn="l" defTabSz="3665184" rtl="0" eaLnBrk="1" latinLnBrk="0" hangingPunct="1">
      <a:defRPr sz="481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4575" y="1143000"/>
            <a:ext cx="47688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7972" y="1296173"/>
            <a:ext cx="10403681" cy="2757347"/>
          </a:xfrm>
        </p:spPr>
        <p:txBody>
          <a:bodyPr anchor="b"/>
          <a:lstStyle>
            <a:lvl1pPr algn="ctr"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953" y="4159854"/>
            <a:ext cx="9179719" cy="1912175"/>
          </a:xfrm>
        </p:spPr>
        <p:txBody>
          <a:bodyPr/>
          <a:lstStyle>
            <a:lvl1pPr marL="0" indent="0" algn="ctr">
              <a:buNone/>
              <a:defRPr sz="2772"/>
            </a:lvl1pPr>
            <a:lvl2pPr marL="528020" indent="0" algn="ctr">
              <a:buNone/>
              <a:defRPr sz="2310"/>
            </a:lvl2pPr>
            <a:lvl3pPr marL="1056041" indent="0" algn="ctr">
              <a:buNone/>
              <a:defRPr sz="2079"/>
            </a:lvl3pPr>
            <a:lvl4pPr marL="1584061" indent="0" algn="ctr">
              <a:buNone/>
              <a:defRPr sz="1848"/>
            </a:lvl4pPr>
            <a:lvl5pPr marL="2112081" indent="0" algn="ctr">
              <a:buNone/>
              <a:defRPr sz="1848"/>
            </a:lvl5pPr>
            <a:lvl6pPr marL="2640101" indent="0" algn="ctr">
              <a:buNone/>
              <a:defRPr sz="1848"/>
            </a:lvl6pPr>
            <a:lvl7pPr marL="3168122" indent="0" algn="ctr">
              <a:buNone/>
              <a:defRPr sz="1848"/>
            </a:lvl7pPr>
            <a:lvl8pPr marL="3696142" indent="0" algn="ctr">
              <a:buNone/>
              <a:defRPr sz="1848"/>
            </a:lvl8pPr>
            <a:lvl9pPr marL="4224162" indent="0" algn="ctr">
              <a:buNone/>
              <a:defRPr sz="184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1713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4983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100" y="1974512"/>
            <a:ext cx="10556677" cy="3294515"/>
          </a:xfrm>
        </p:spPr>
        <p:txBody>
          <a:bodyPr anchor="b"/>
          <a:lstStyle>
            <a:lvl1pPr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100" y="5300194"/>
            <a:ext cx="10556677" cy="1732508"/>
          </a:xfrm>
        </p:spPr>
        <p:txBody>
          <a:bodyPr/>
          <a:lstStyle>
            <a:lvl1pPr marL="0" indent="0">
              <a:buNone/>
              <a:defRPr sz="2772">
                <a:solidFill>
                  <a:schemeClr val="tx1"/>
                </a:solidFill>
              </a:defRPr>
            </a:lvl1pPr>
            <a:lvl2pPr marL="52802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2pPr>
            <a:lvl3pPr marL="1056041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3pPr>
            <a:lvl4pPr marL="158406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4pPr>
            <a:lvl5pPr marL="211208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5pPr>
            <a:lvl6pPr marL="264010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6pPr>
            <a:lvl7pPr marL="316812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7pPr>
            <a:lvl8pPr marL="369614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8pPr>
            <a:lvl9pPr marL="422416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0453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474" y="2108344"/>
            <a:ext cx="5201841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310" y="2108344"/>
            <a:ext cx="5201841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12847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421671"/>
            <a:ext cx="10556677" cy="15308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070" y="1941510"/>
            <a:ext cx="5177934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070" y="2893014"/>
            <a:ext cx="5177934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311" y="1941510"/>
            <a:ext cx="5203435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311" y="2893014"/>
            <a:ext cx="5203435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0579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74785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63703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528002"/>
            <a:ext cx="3947598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35" y="1140341"/>
            <a:ext cx="6196310" cy="5628360"/>
          </a:xfrm>
        </p:spPr>
        <p:txBody>
          <a:bodyPr/>
          <a:lstStyle>
            <a:lvl1pPr>
              <a:defRPr sz="3696"/>
            </a:lvl1pPr>
            <a:lvl2pPr>
              <a:defRPr sz="3234"/>
            </a:lvl2pPr>
            <a:lvl3pPr>
              <a:defRPr sz="2772"/>
            </a:lvl3pPr>
            <a:lvl4pPr>
              <a:defRPr sz="2310"/>
            </a:lvl4pPr>
            <a:lvl5pPr>
              <a:defRPr sz="2310"/>
            </a:lvl5pPr>
            <a:lvl6pPr>
              <a:defRPr sz="2310"/>
            </a:lvl6pPr>
            <a:lvl7pPr>
              <a:defRPr sz="2310"/>
            </a:lvl7pPr>
            <a:lvl8pPr>
              <a:defRPr sz="2310"/>
            </a:lvl8pPr>
            <a:lvl9pPr>
              <a:defRPr sz="23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8" y="2376011"/>
            <a:ext cx="3947598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0124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528002"/>
            <a:ext cx="3947598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3435" y="1140341"/>
            <a:ext cx="6196310" cy="5628360"/>
          </a:xfrm>
        </p:spPr>
        <p:txBody>
          <a:bodyPr anchor="t"/>
          <a:lstStyle>
            <a:lvl1pPr marL="0" indent="0">
              <a:buNone/>
              <a:defRPr sz="3696"/>
            </a:lvl1pPr>
            <a:lvl2pPr marL="528020" indent="0">
              <a:buNone/>
              <a:defRPr sz="3234"/>
            </a:lvl2pPr>
            <a:lvl3pPr marL="1056041" indent="0">
              <a:buNone/>
              <a:defRPr sz="2772"/>
            </a:lvl3pPr>
            <a:lvl4pPr marL="1584061" indent="0">
              <a:buNone/>
              <a:defRPr sz="2310"/>
            </a:lvl4pPr>
            <a:lvl5pPr marL="2112081" indent="0">
              <a:buNone/>
              <a:defRPr sz="2310"/>
            </a:lvl5pPr>
            <a:lvl6pPr marL="2640101" indent="0">
              <a:buNone/>
              <a:defRPr sz="2310"/>
            </a:lvl6pPr>
            <a:lvl7pPr marL="3168122" indent="0">
              <a:buNone/>
              <a:defRPr sz="2310"/>
            </a:lvl7pPr>
            <a:lvl8pPr marL="3696142" indent="0">
              <a:buNone/>
              <a:defRPr sz="2310"/>
            </a:lvl8pPr>
            <a:lvl9pPr marL="4224162" indent="0">
              <a:buNone/>
              <a:defRPr sz="231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8" y="2376011"/>
            <a:ext cx="3947598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7923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9049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8982" y="421669"/>
            <a:ext cx="2639169" cy="67118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475" y="421669"/>
            <a:ext cx="7764512" cy="6711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6861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RD_MASTER">
    <p:bg>
      <p:bgPr>
        <a:solidFill>
          <a:srgbClr val="E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59694" y="1663208"/>
            <a:ext cx="5490347" cy="198001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649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474" y="421671"/>
            <a:ext cx="10556677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474" y="2108344"/>
            <a:ext cx="10556677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474" y="7340703"/>
            <a:ext cx="2753916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4376" y="7340703"/>
            <a:ext cx="4130873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4235" y="7340703"/>
            <a:ext cx="2753916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58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sldNum="0" hdr="0" ftr="0" dt="0"/>
  <p:txStyles>
    <p:titleStyle>
      <a:lvl1pPr algn="l" defTabSz="1056041" rtl="0" eaLnBrk="1" latinLnBrk="0" hangingPunct="1">
        <a:lnSpc>
          <a:spcPct val="90000"/>
        </a:lnSpc>
        <a:spcBef>
          <a:spcPct val="0"/>
        </a:spcBef>
        <a:buNone/>
        <a:defRPr sz="50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010" indent="-264010" algn="l" defTabSz="1056041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3234" kern="1200">
          <a:solidFill>
            <a:schemeClr val="tx1"/>
          </a:solidFill>
          <a:latin typeface="+mn-lt"/>
          <a:ea typeface="+mn-ea"/>
          <a:cs typeface="+mn-cs"/>
        </a:defRPr>
      </a:lvl1pPr>
      <a:lvl2pPr marL="792030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72" kern="1200">
          <a:solidFill>
            <a:schemeClr val="tx1"/>
          </a:solidFill>
          <a:latin typeface="+mn-lt"/>
          <a:ea typeface="+mn-ea"/>
          <a:cs typeface="+mn-cs"/>
        </a:defRPr>
      </a:lvl2pPr>
      <a:lvl3pPr marL="132005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3pPr>
      <a:lvl4pPr marL="184807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37609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90411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43213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96015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48817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1pPr>
      <a:lvl2pPr marL="52802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105604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3pPr>
      <a:lvl4pPr marL="158406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11208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64010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16812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69614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22416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95">
            <a:extLst>
              <a:ext uri="{FF2B5EF4-FFF2-40B4-BE49-F238E27FC236}">
                <a16:creationId xmlns:a16="http://schemas.microsoft.com/office/drawing/2014/main" id="{4293FE86-C7F6-E42F-D821-DBF3B9B9C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3060000" cy="1751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606C7929-8A5C-3C2E-F468-DE44041A0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000" y="0"/>
            <a:ext cx="3060000" cy="1751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B0661AB1-8303-D088-FCF9-22BF1A08B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8" y="1751322"/>
            <a:ext cx="3060000" cy="1751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2DB9DDBE-0AA5-EB81-BFAA-30463C3CA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12" y="1751321"/>
            <a:ext cx="3060000" cy="1751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C39D93D9-0DEC-90FD-C8D7-48B2C586E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8" y="3502642"/>
            <a:ext cx="3060000" cy="1751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86F7E3F6-CE8B-62BF-CD8E-801ACFDD6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12" y="3502641"/>
            <a:ext cx="3060000" cy="1751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748DAD44-967D-2966-3A20-D9F5764D7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8" y="5253963"/>
            <a:ext cx="3060000" cy="1751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3945F023-C75A-B052-7F0C-73B0E3894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12" y="5253962"/>
            <a:ext cx="3060000" cy="1751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C2EFE006-2458-F881-5B64-9DCFC384B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288" y="0"/>
            <a:ext cx="3060000" cy="1751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93808A8D-F524-9AA1-660E-A978248B7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9813" y="-1"/>
            <a:ext cx="3060000" cy="1751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213390A9-12EE-3D51-D61D-2F4A9E720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625" y="1751321"/>
            <a:ext cx="3060000" cy="1751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92C1A068-1202-78C9-EB53-AAB818E52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9625" y="1751320"/>
            <a:ext cx="3060000" cy="1751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365FE734-0657-7232-3AD6-1CB868742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625" y="3502641"/>
            <a:ext cx="3060000" cy="1751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852F281C-364A-67A9-10B3-E8973B718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9625" y="3502640"/>
            <a:ext cx="3060000" cy="1751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E9BB7BAA-7782-EBC6-A453-AA45A373F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625" y="5253962"/>
            <a:ext cx="3060000" cy="1751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A76637EA-8C2A-6721-0C20-E3A8F2F5C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9625" y="5253961"/>
            <a:ext cx="3060000" cy="17513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401</TotalTime>
  <Words>1</Words>
  <Application>Microsoft Office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lowe</dc:creator>
  <cp:lastModifiedBy>mark lowe</cp:lastModifiedBy>
  <cp:revision>2</cp:revision>
  <dcterms:created xsi:type="dcterms:W3CDTF">2026-07-13T13:45:01Z</dcterms:created>
  <dcterms:modified xsi:type="dcterms:W3CDTF">2026-07-13T20:26:17Z</dcterms:modified>
</cp:coreProperties>
</file>