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00400" cy="1828800"/>
  <p:notesSz cx="1828800" cy="320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002774"/>
    <a:srgbClr val="C7D5ED"/>
    <a:srgbClr val="838E9B"/>
    <a:srgbClr val="FFFFFF"/>
    <a:srgbClr val="F6F8FC"/>
    <a:srgbClr val="ABC0E4"/>
    <a:srgbClr val="385723"/>
    <a:srgbClr val="FBFE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75" autoAdjust="0"/>
    <p:restoredTop sz="94660"/>
  </p:normalViewPr>
  <p:slideViewPr>
    <p:cSldViewPr snapToGrid="0">
      <p:cViewPr>
        <p:scale>
          <a:sx n="300" d="100"/>
          <a:sy n="300" d="100"/>
        </p:scale>
        <p:origin x="2778" y="2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28663" y="1143000"/>
            <a:ext cx="54006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D_MASTER">
    <p:bg>
      <p:bgPr>
        <a:solidFill>
          <a:srgbClr val="E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636776" y="384048"/>
            <a:ext cx="1435608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3663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43">
            <a:extLst>
              <a:ext uri="{FF2B5EF4-FFF2-40B4-BE49-F238E27FC236}">
                <a16:creationId xmlns:a16="http://schemas.microsoft.com/office/drawing/2014/main" id="{C69A77FC-2767-48CE-475B-41DE1B90614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-20556" y="0"/>
            <a:ext cx="3200400" cy="18288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50" name="slant stripe 1">
            <a:extLst>
              <a:ext uri="{FF2B5EF4-FFF2-40B4-BE49-F238E27FC236}">
                <a16:creationId xmlns:a16="http://schemas.microsoft.com/office/drawing/2014/main" id="{3BB4B8DB-F49F-EA6A-FFE8-FB7449286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-46144" y="-1089102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52" name="slant stripe 2">
            <a:extLst>
              <a:ext uri="{FF2B5EF4-FFF2-40B4-BE49-F238E27FC236}">
                <a16:creationId xmlns:a16="http://schemas.microsoft.com/office/drawing/2014/main" id="{5A6DAD97-16AB-AF43-70B8-93661AB94F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273033" y="-1089102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54" name="slant stripe 3">
            <a:extLst>
              <a:ext uri="{FF2B5EF4-FFF2-40B4-BE49-F238E27FC236}">
                <a16:creationId xmlns:a16="http://schemas.microsoft.com/office/drawing/2014/main" id="{42AEFB02-DCD9-D537-5E9B-C8AAB48CB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827725" y="-1089102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56" name="slant stripe 4">
            <a:extLst>
              <a:ext uri="{FF2B5EF4-FFF2-40B4-BE49-F238E27FC236}">
                <a16:creationId xmlns:a16="http://schemas.microsoft.com/office/drawing/2014/main" id="{77666F7D-2CE5-0D19-F484-ECE0A347E7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1092629" y="-1089101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58" name="slant stripe 5">
            <a:extLst>
              <a:ext uri="{FF2B5EF4-FFF2-40B4-BE49-F238E27FC236}">
                <a16:creationId xmlns:a16="http://schemas.microsoft.com/office/drawing/2014/main" id="{EFC69DBB-3D17-E2EC-D148-BF55E6AD4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1597942" y="-1089102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60" name="slant stripe 6">
            <a:extLst>
              <a:ext uri="{FF2B5EF4-FFF2-40B4-BE49-F238E27FC236}">
                <a16:creationId xmlns:a16="http://schemas.microsoft.com/office/drawing/2014/main" id="{56C09C52-BD04-D56F-8B93-9829729AE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2087389" y="-1089101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62" name="slant stripe 7">
            <a:extLst>
              <a:ext uri="{FF2B5EF4-FFF2-40B4-BE49-F238E27FC236}">
                <a16:creationId xmlns:a16="http://schemas.microsoft.com/office/drawing/2014/main" id="{471D9A79-D678-F6A9-BD0C-8EB95EC3F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2423547" y="-1089101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64" name="slant stripe 8">
            <a:extLst>
              <a:ext uri="{FF2B5EF4-FFF2-40B4-BE49-F238E27FC236}">
                <a16:creationId xmlns:a16="http://schemas.microsoft.com/office/drawing/2014/main" id="{0FEAA283-98A0-C658-156F-64F103917C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2799631" y="-1063702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66" name="slant stripe 9">
            <a:extLst>
              <a:ext uri="{FF2B5EF4-FFF2-40B4-BE49-F238E27FC236}">
                <a16:creationId xmlns:a16="http://schemas.microsoft.com/office/drawing/2014/main" id="{82C76830-68DE-E477-C319-7EA37FE4AA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3334089" y="-1089103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3" name="slant stri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-265623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lant strip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155001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lant stri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575625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lant stri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996249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lant stri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1416873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lant stri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1837497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lant strip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2258121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lant stri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2678745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lant strip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3099369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pic>
        <p:nvPicPr>
          <p:cNvPr id="13" name="Image 0" descr="Side profile of a teal c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" y="144954"/>
            <a:ext cx="3200400" cy="1487686"/>
          </a:xfrm>
          <a:prstGeom prst="rect">
            <a:avLst/>
          </a:prstGeom>
        </p:spPr>
      </p:pic>
      <p:sp>
        <p:nvSpPr>
          <p:cNvPr id="14" name="text 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81328" y="0"/>
            <a:ext cx="1719072" cy="18288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72000">
                <a:schemeClr val="bg1"/>
              </a:gs>
            </a:gsLst>
            <a:lin ang="5400000" scaled="1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panel sea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0"/>
            <a:ext cx="36576" cy="18288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0"/>
          <p:cNvSpPr>
            <a:spLocks noGrp="1"/>
          </p:cNvSpPr>
          <p:nvPr>
            <p:ph type="title" idx="100" hasCustomPrompt="1"/>
          </p:nvPr>
        </p:nvSpPr>
        <p:spPr>
          <a:xfrm>
            <a:off x="1636776" y="180848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  <a:latin typeface="Greater Theory" pitchFamily="50" charset="0"/>
                <a:ea typeface="Arial" pitchFamily="34" charset="-122"/>
                <a:cs typeface="Arial" pitchFamily="34" charset="-120"/>
              </a:rPr>
              <a:t>Morgan Lowe</a:t>
            </a:r>
            <a:endParaRPr lang="en-US" sz="1600" dirty="0">
              <a:solidFill>
                <a:schemeClr val="accent1">
                  <a:lumMod val="50000"/>
                </a:schemeClr>
              </a:solidFill>
              <a:latin typeface="Greater Theory" pitchFamily="50" charset="0"/>
            </a:endParaRPr>
          </a:p>
        </p:txBody>
      </p:sp>
      <p:sp>
        <p:nvSpPr>
          <p:cNvPr id="17" name="name under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36776" y="729361"/>
            <a:ext cx="457200" cy="29261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36776" y="847090"/>
            <a:ext cx="143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50" b="1">
                <a:solidFill>
                  <a:schemeClr val="accent1">
                    <a:lumMod val="50000"/>
                  </a:schemeClr>
                </a:solidFill>
                <a:latin typeface="Aptos Narrow" panose="020B0004020202020204" pitchFamily="34" charset="0"/>
                <a:ea typeface="Arial" pitchFamily="34" charset="-122"/>
                <a:cs typeface="Arial" pitchFamily="34" charset="-120"/>
              </a:rPr>
              <a:t>morganwtlowe@gmail.com</a:t>
            </a:r>
            <a:endParaRPr lang="en-US" sz="850" b="1">
              <a:solidFill>
                <a:schemeClr val="accent1">
                  <a:lumMod val="50000"/>
                </a:schemeClr>
              </a:solidFill>
              <a:latin typeface="Aptos Narrow" panose="020B0004020202020204" pitchFamily="34" charset="0"/>
            </a:endParaRPr>
          </a:p>
          <a:p>
            <a:pPr marL="0" indent="0" algn="l">
              <a:spcAft>
                <a:spcPts val="400"/>
              </a:spcAft>
              <a:buNone/>
            </a:pPr>
            <a:r>
              <a:rPr lang="en-US" sz="850" b="1">
                <a:solidFill>
                  <a:srgbClr val="002060"/>
                </a:solidFill>
                <a:latin typeface="Aptos Narrow" panose="020B0004020202020204" pitchFamily="34" charset="0"/>
                <a:ea typeface="Arial" pitchFamily="34" charset="-122"/>
                <a:cs typeface="Arial" pitchFamily="34" charset="-120"/>
              </a:rPr>
              <a:t>+44 7982 939186</a:t>
            </a:r>
            <a:endParaRPr lang="en-US" sz="850" b="1" dirty="0">
              <a:solidFill>
                <a:srgbClr val="002060"/>
              </a:solidFill>
              <a:latin typeface="Aptos Narrow" panose="020B0004020202020204" pitchFamily="34" charset="0"/>
            </a:endParaRP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F773F80E-9A25-CA97-189C-E01541292E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9659" y="1295782"/>
            <a:ext cx="510185" cy="5131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12</Words>
  <Application>Microsoft Office PowerPoint</Application>
  <PresentationFormat>Custom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 Narrow</vt:lpstr>
      <vt:lpstr>Arial</vt:lpstr>
      <vt:lpstr>Calibri</vt:lpstr>
      <vt:lpstr>Greater Theory</vt:lpstr>
      <vt:lpstr>Office Theme</vt:lpstr>
      <vt:lpstr>Morgan Lowe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lowe</dc:creator>
  <cp:lastModifiedBy>mark lowe</cp:lastModifiedBy>
  <cp:revision>1</cp:revision>
  <dcterms:created xsi:type="dcterms:W3CDTF">2026-07-13T13:45:01Z</dcterms:created>
  <dcterms:modified xsi:type="dcterms:W3CDTF">2026-07-13T14:32:30Z</dcterms:modified>
</cp:coreProperties>
</file>